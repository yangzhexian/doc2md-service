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Docs2md slide heading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SlideTokenPPTX: reliable document conversion</a:t>
            </a:r>
          </a:p>
        </p:txBody>
      </p:sp>
      <p:pic>
        <p:nvPicPr>
          <p:cNvPr id="4" name="Picture 3" descr="local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18288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docs2md fixture generator</dc:creator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